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EISP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Identity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Platform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Showcase  ·  Zero Trust Identity Foundation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5440680"/>
            <a:ext cx="22860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Gupta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 Tech Resource 2  ·  Cybersecurity IAM Cohort  ·  May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the identity foundation now operational on EISP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problem EISP solves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828800" y="2423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828800" y="2834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authentik sits in the Zero Trust stack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828800" y="3337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running today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828800" y="3749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authentik IdP, users, groups, applications, AWS federation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828800" y="4251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highlights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28800" y="4663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token flow, SAML to AWS, RBAC in 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1828800" y="51663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828800" y="5577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Joiner-Mover-Leaver lifecycle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identity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enterprise needs a Zero Trust IAM foundation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74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credentials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DBIR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474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46304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$4.88M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709160" y="2606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 in 2024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Breach Report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474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46304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mo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412480" y="2606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identify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contain a breach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Breach Report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approach is broken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 scattered across local accounts, AWS IAM users, and ad-hoc SaaS logins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— Joiner/Mover/Leaver events handled manually and inconsistently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AWS access keys with broad permissions become attacker gold when leaked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enforcement varies by application — coverage gaps create attack paths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EISP answer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 provider. Every login verified. Every action audited.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7472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TRUST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Centralized identity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05840" y="2697480"/>
            <a:ext cx="9144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803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authentik is the single source of truth for every human and service identity on EISP. No local accounts, no shadow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47472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VERIFY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MFA + federation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709160" y="2697480"/>
            <a:ext cx="9144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8803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 passes through authentik with MFA enforced. Downstream apps and AWS trust assertions from authentik — not passwords.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47472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ASSUME BREACH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everything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412480" y="2697480"/>
            <a:ext cx="9144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8803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groups map to scoped AWS roles. CloudTrail and authentik audit logs flow to Wazuh SIEM. Least privilege enforced via permission boundaries.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entirely with free, open-source, self-hosted tools — no vendor lock-in.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authentik sits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layer feeds every downstream control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417320"/>
            <a:ext cx="27432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27432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1417320"/>
            <a:ext cx="27432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identities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19659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60720" y="19659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52560" y="19659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97280" y="2331720"/>
            <a:ext cx="99669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423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authentik  ·  Identity Provider (self-hosted)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· OIDC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· WebAuthn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Groups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policies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361188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400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SAML assertion  ·  JWT token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97280" y="4206240"/>
            <a:ext cx="2834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420624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297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+ STS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617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Federation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4206240"/>
            <a:ext cx="2834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420624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297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4617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· SAML SPs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63840" y="4206240"/>
            <a:ext cx="2834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0" y="420624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4297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Layer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46720" y="4617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· CloudTrail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0" y="5440680"/>
            <a:ext cx="996696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54864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EISP-VPC  ·  10.0.0.0/16  ·  vpc-0e9b0784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7280" y="5806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 ·  Private-Vault  ·  Private-SIEM  ·  Isolated-Lab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authentik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IdP running on Docker, fully operational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details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2026.2.2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MacBook Air M4 (ARM64)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+ Redis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localhost:9000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3434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localhost:8088 (LDAP)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protocols configured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192024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2.0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 integration for AWS Console federation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301752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/ OAuth 2.0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3291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Flow tested end-to-end — client: eisp-oidc-client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411480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92240" y="4389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Outpost serving directory queries on port 389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" y="5212080"/>
            <a:ext cx="109728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5486400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53492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All containers healthy, admin console accessible, authentication flows pass MFA enforcement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Users, groups, and RBAC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 mirrors AWS role boundaries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28800"/>
            <a:ext cx="73152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EISP-IAMEngineers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admin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User/group/SAML provisioning · No data access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200400"/>
            <a:ext cx="73152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EISP-Developers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S3 scoped · No IAM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572000"/>
            <a:ext cx="73152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EISP-SecurityAnalysts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respond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983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logs + IAM · No resource creation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users provisioned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28800"/>
          <a:ext cx="5349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55448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manisha.gupta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IAMEngineers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dev.test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role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analyst.test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SecurityAnalysts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role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test.user1-3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eisp-service-account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identity (SCIM)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ldapservice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LDAP outpost binding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</a:t>
            </a:r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membership in authentik maps directly to AWS IAM role assumption via SAML attribute statements. Permission boundaries prevent privilege escalation even if a policy is misattached.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connected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is a Service Provider trusting authentik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91640"/>
            <a:ext cx="155448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OIDC / OAuth 2.0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eisp-oidc-test-app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flow validation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2788920"/>
            <a:ext cx="91440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ID: eisp-oidc-client · Authorization Code Flow tested end-to-end with token exchange and UserInfo claim validation.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1691640"/>
            <a:ext cx="155448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SAML 2.0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37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eisp-saml-test-app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423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SP validation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2788920"/>
            <a:ext cx="91440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metadata exchanged with authentik · Signed SAML assertions verified with correct NameID and group attributes.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4114800"/>
            <a:ext cx="155448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SAML 2.0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Console (SAML)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0120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console federation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" y="5212080"/>
            <a:ext cx="91440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303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authentik metadata uploaded to AWS as IAM Identity Provider · Test user assumes scoped IAM role via STS AssumeRoleWithSAML.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88620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37960" y="4114800"/>
            <a:ext cx="155448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Forward-auth proxy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3796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whoami (proxy outpost)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537960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outpost test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5212080"/>
            <a:ext cx="91440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5303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authentik's reverse-proxy auth pattern — protected app sits behind authentik with no native auth of its own.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federation — 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authentik login to scoped AWS Console access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1488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173736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16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authentik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AWS-SAML app in authentik 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9504" y="246888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17520" y="1554480"/>
            <a:ext cx="21488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7620" y="173736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76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10896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challenge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+ TOTP / WebAuthn enforced by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75504" y="246888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03520" y="1554480"/>
            <a:ext cx="21488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03620" y="173736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36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9496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assertion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authentik signs assertion with group claim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61504" y="246888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89520" y="1554480"/>
            <a:ext cx="21488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89620" y="173736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96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68096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AssumeRoleWithSAML returns temporary credentials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747504" y="246888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75520" y="1554480"/>
            <a:ext cx="21488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75620" y="173736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756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96696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console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6696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only resources their IAM role permits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3749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attribute mapping (authentik → AWS)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16052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74320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authentik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SAML 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IAM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permissions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EISP-IAMEngineers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 = IAMEngineer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EISP-IAMEngineer-Role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user/group/SAML provisioning, no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EISP-Developers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 = Developer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EISP-Developer-Role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+ S3 scoped, no IAM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EISP-SecurityAnalysts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 = Analyst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EISP-SecurityAnalyst-Role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logs + IAM, no writes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by the numbers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artifacts delivered to date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6060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groups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463040"/>
            <a:ext cx="26060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703320" y="2606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identities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26060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98280" y="1463040"/>
            <a:ext cx="26060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9281160" y="2606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protocols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(SAML/OIDC/LDAP)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 (us-east-1)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5394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023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EISP-VPC · 10.0.0.0/16 · vpc-0e9b0784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4023360"/>
            <a:ext cx="5394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023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0100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(Public · Vault · SIEM · Lab)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526280"/>
            <a:ext cx="5394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526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23160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route tables · 1 Internet Gateway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526280"/>
            <a:ext cx="5394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526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01000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SGs · least-privilege ingress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5029200"/>
            <a:ext cx="5394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029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IdP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23160" y="5029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authentik metadata uploaded · trusted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5029200"/>
            <a:ext cx="5394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5029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01000" y="5029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scoped roles with permission boundary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highlights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live workflows I can walk you through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34747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OIDC Authorization Code Flow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hits the OIDC test app, gets redirected to authentik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MFA, app receives an authorization code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exchanged for ID + access tokens at the token endpoint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JWT shows sub, email, groups claims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463040"/>
            <a:ext cx="34747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874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SAML SSO into AWS Console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65176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'AWS Console' tile in authentik dashboard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enforced via TOTP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authentik signs SAML assertion → AWS STS AssumeRoleWithSAML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opens with temporary credentials scoped to user's role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463040"/>
            <a:ext cx="34747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1874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RBAC enforcement in action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265176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dev.test → AWS Console opens with Developer role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open IAM page → blocked (no iam:* permission)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analyst.test → CloudTrail visible, EC2 read-only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identity provider, different effective permissions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— automating identity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Joiner, Mover, Leaver — moving from manual to event-driven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34747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identity onboarding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2606040"/>
            <a:ext cx="7315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432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system signals new hire (CSV upload or SCIM push)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creates authentik user via API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auto-assigned to group based on department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 triggers MFA enrollment 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access provisioned via SAML group mapping — no manual IAM 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463040"/>
            <a:ext cx="34747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or team change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7315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7432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group membership change in authentik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group memberships removed automatically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permissions inherited via SAML attribute on next login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records every transition for compliance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privilege creep — old access doesn't linger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463040"/>
            <a:ext cx="347472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Offboarding (out of scope today)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66760" y="2606040"/>
            <a:ext cx="73152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27432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disabled in authentik — all sessions revoked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SCIM deprovisioning fires to connected apps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access tokens expire (≤4h STS window)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dynamic secrets rotated if user had AppRole access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preserved for 90 days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Phase 2 and beyond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next 60 days take EISP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747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73152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Foundation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2788920"/>
            <a:ext cx="13716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324612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authentik IdP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+ groups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SAML federation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apps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IAM roles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1463040"/>
            <a:ext cx="34747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463040"/>
            <a:ext cx="73152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Governance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13716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324612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JML automation (Python)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SCIM provisioning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Non-human identity governance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dynamic secrets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auth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1463040"/>
            <a:ext cx="34747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8160" y="1463040"/>
            <a:ext cx="73152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6676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Security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6676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66760" y="2788920"/>
            <a:ext cx="137160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324612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detection rules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OpenCTI threat intel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offensive labs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drills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portfolio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989320"/>
            <a:ext cx="109728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 ·  NIST SP 800-61  ·  NIST SP 800-53  ·  ISO/IEC 27001  ·  MITRE ATT&amp;CK  ·  Zero Trust Architecture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Phase 1 Showcase  ·  CONFIDENTIAL — INTERNAL USE ONLY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01168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in one sentence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971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identity has a home,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login is verified,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permission is bounded.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5212080"/>
            <a:ext cx="22860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Gupta  ·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EISP Project  ·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 Tech Resource 2  ·  Cybersecurity IAM Cohort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EISP Phase 1 Showcase — Identity Foundation</dc:title>
  <dc:subject>PptxGenJS Presentation</dc:subject>
  <dc:creator>Manisha Gupta</dc:creator>
  <cp:lastModifiedBy>Manisha Gupta</cp:lastModifiedBy>
  <cp:revision>1</cp:revision>
  <dcterms:created xsi:type="dcterms:W3CDTF">2026-05-13T15:46:12Z</dcterms:created>
  <dcterms:modified xsi:type="dcterms:W3CDTF">2026-05-13T15:46:12Z</dcterms:modified>
</cp:coreProperties>
</file>