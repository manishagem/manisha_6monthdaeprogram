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66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7862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-1097280"/>
            <a:ext cx="3200400" cy="32004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-822960"/>
            <a:ext cx="2560320" cy="2560320"/>
          </a:xfrm>
          <a:prstGeom prst="ellipse">
            <a:avLst/>
          </a:prstGeom>
          <a:solidFill>
            <a:srgbClr val="16263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11480" y="128016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6-Month Cohort Showcase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11480" y="21488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Journey Through Learning &amp; Building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11480" y="2743200"/>
            <a:ext cx="5029200" cy="36576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880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Manisha Gupta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32918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Engineer  |  Python Developer  |  Identity Security Architect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" y="476402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Presentation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0" cy="51435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" y="201168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" y="29260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Highlights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834640" y="502920"/>
            <a:ext cx="5943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834640" y="502920"/>
            <a:ext cx="73152" cy="1234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17520" y="6400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749040" y="6675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Cohort Goals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749040" y="11247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&amp; 6-month roadmap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1920240"/>
            <a:ext cx="5943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834640" y="1920240"/>
            <a:ext cx="73152" cy="1234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17520" y="20574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749040" y="208483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GoFit Application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749040" y="254203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Python-powered personalized fitness planner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834640" y="3337560"/>
            <a:ext cx="59436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834640" y="3337560"/>
            <a:ext cx="73152" cy="12344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17520" y="34747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3749040" y="35021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EISP Project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749040" y="395935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Identity Security Platform design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6-Month Cohort Goals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Set Out to Achieve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0" y="228600"/>
            <a:ext cx="1097280" cy="548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03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4114800" cy="160020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4632" y="1618488"/>
            <a:ext cx="502920" cy="50292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645920"/>
            <a:ext cx="438912" cy="4389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Master IAM Concepts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097280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dive into identity lifecycle, Zero Trust principles, access governance, and enterprise IAM frameworks.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54880" y="1234440"/>
            <a:ext cx="4114800" cy="160020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4919472" y="1618488"/>
            <a:ext cx="502920" cy="50292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1645920"/>
            <a:ext cx="438912" cy="4389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32120" y="1417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Application Dev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5532120" y="18288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real-world Python apps that solve practical problems — from fitness planners to automation scripts.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20040" y="3063240"/>
            <a:ext cx="4114800" cy="160020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84632" y="3447288"/>
            <a:ext cx="502920" cy="50292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" y="3474720"/>
            <a:ext cx="438912" cy="4389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97280" y="3246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Architecture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097280" y="3657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document enterprise-grade security platforms with cloud IAM, threat detection, and compliance.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4754880" y="3063240"/>
            <a:ext cx="4114800" cy="160020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919472" y="3447288"/>
            <a:ext cx="502920" cy="50292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6904" y="3474720"/>
            <a:ext cx="438912" cy="43891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532120" y="32461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Professional Portfolio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5532120" y="36576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polished, production-quality projects that demonstrate readiness for senior engineering roles.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Journey &amp; Milestones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timeline of key achievements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8046720" cy="45720"/>
          </a:xfrm>
          <a:prstGeom prst="rect">
            <a:avLst/>
          </a:prstGeom>
          <a:solidFill>
            <a:srgbClr val="0077A8"/>
          </a:solidFill>
          <a:ln w="12700">
            <a:solidFill>
              <a:srgbClr val="0077A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914400" y="2496312"/>
            <a:ext cx="228600" cy="2286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19556" y="1828800"/>
            <a:ext cx="18288" cy="667512"/>
          </a:xfrm>
          <a:prstGeom prst="rect">
            <a:avLst/>
          </a:prstGeom>
          <a:solidFill>
            <a:srgbClr val="D1DCE8"/>
          </a:solidFill>
          <a:ln w="12700">
            <a:solidFill>
              <a:srgbClr val="D1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8640" y="1143000"/>
            <a:ext cx="118872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48640" y="11887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4173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16733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basics, IAM concepts, cohort kickoff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86000" y="2496312"/>
            <a:ext cx="228600" cy="2286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2391156" y="2724912"/>
            <a:ext cx="18288" cy="667512"/>
          </a:xfrm>
          <a:prstGeom prst="rect">
            <a:avLst/>
          </a:prstGeom>
          <a:solidFill>
            <a:srgbClr val="D1DCE8"/>
          </a:solidFill>
          <a:ln w="12700">
            <a:solidFill>
              <a:srgbClr val="D1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920240" y="274320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920240" y="2788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920240" y="3017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Skills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920240" y="32735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OOP, functions, data structures, scripting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657600" y="2496312"/>
            <a:ext cx="228600" cy="2286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762756" y="1828800"/>
            <a:ext cx="18288" cy="667512"/>
          </a:xfrm>
          <a:prstGeom prst="rect">
            <a:avLst/>
          </a:prstGeom>
          <a:solidFill>
            <a:srgbClr val="D1DCE8"/>
          </a:solidFill>
          <a:ln w="12700">
            <a:solidFill>
              <a:srgbClr val="D1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91840" y="1143000"/>
            <a:ext cx="118872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11887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291840" y="14173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Dev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91840" y="16733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GoFit Python app built &amp; tested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5029200" y="2496312"/>
            <a:ext cx="228600" cy="2286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134356" y="2724912"/>
            <a:ext cx="18288" cy="667512"/>
          </a:xfrm>
          <a:prstGeom prst="rect">
            <a:avLst/>
          </a:prstGeom>
          <a:solidFill>
            <a:srgbClr val="D1DCE8"/>
          </a:solidFill>
          <a:ln w="12700">
            <a:solidFill>
              <a:srgbClr val="D1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663440" y="274320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63440" y="2788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663440" y="3017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Design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63440" y="32735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 principles, EISP planning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00800" y="2496312"/>
            <a:ext cx="228600" cy="2286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505956" y="1828800"/>
            <a:ext cx="18288" cy="667512"/>
          </a:xfrm>
          <a:prstGeom prst="rect">
            <a:avLst/>
          </a:prstGeom>
          <a:solidFill>
            <a:srgbClr val="D1DCE8"/>
          </a:solidFill>
          <a:ln w="12700">
            <a:solidFill>
              <a:srgbClr val="D1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6035040" y="1143000"/>
            <a:ext cx="1188720" cy="8229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035040" y="11887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035040" y="14173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EISP Build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35040" y="16733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architecture, threat detection design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772400" y="2496312"/>
            <a:ext cx="228600" cy="228600"/>
          </a:xfrm>
          <a:prstGeom prst="ellips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877556" y="2724912"/>
            <a:ext cx="18288" cy="667512"/>
          </a:xfrm>
          <a:prstGeom prst="rect">
            <a:avLst/>
          </a:prstGeom>
          <a:solidFill>
            <a:srgbClr val="D1DCE8"/>
          </a:solidFill>
          <a:ln w="12700">
            <a:solidFill>
              <a:srgbClr val="D1DC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406640" y="274320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CE8"/>
            </a:solidFill>
            <a:prstDash val="solid"/>
          </a:ln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406640" y="27889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6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406640" y="301752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Showcase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406640" y="327355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projects, portfolio, presentation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4160520"/>
            <a:ext cx="8503920" cy="7772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640080" y="4178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4544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Delivered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2788920" y="4178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788920" y="4544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of Learning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4937760" y="4178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1000+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4937760" y="4544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086600" y="41788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100%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7086600" y="45445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Completion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28600" y="5486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2DC97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GoFit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228600" y="14173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28600" y="2057400"/>
            <a:ext cx="2560320" cy="36576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" y="217627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|  Fitness Tech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834640"/>
            <a:ext cx="914400" cy="914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28600" y="39319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by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Manisha Gupta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749040" y="457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GoFit?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3749040" y="10515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GoFit is a Python command-line application that generates personalized 7-day workout plans. Users input their age and fitness goal — either to gain weight or lose weight — and receive a tailored plan with exercise recommendations, cardio guidance, calorie targets, and protein goals.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749040" y="2194560"/>
            <a:ext cx="201168" cy="201168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69080" y="217627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Age-based plan segmentation (18–50, 51–70, 71–99)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749040" y="2642616"/>
            <a:ext cx="201168" cy="201168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069080" y="26243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fitness modes: Gain Weight &amp; Lose Weight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3749040" y="3090672"/>
            <a:ext cx="201168" cy="201168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4069080" y="307238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weekly structure &amp; key exercises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3749040" y="3538728"/>
            <a:ext cx="201168" cy="201168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069080" y="35204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 &amp; protein recommendations included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3749040" y="3986784"/>
            <a:ext cx="201168" cy="201168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069080" y="39684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 with error-handling loops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3749040" y="4434840"/>
            <a:ext cx="201168" cy="201168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069080" y="44165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Repeat-plan feature for multiple users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3B2E"/>
          </a:solidFill>
          <a:ln w="12700">
            <a:solidFill>
              <a:srgbClr val="0D3B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GoFit — How It Works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2DC9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flow &amp; technical design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772400" y="228600"/>
            <a:ext cx="1097280" cy="548640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03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1887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" y="12984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16642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508760" y="1709928"/>
            <a:ext cx="256032" cy="36576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673352" y="1627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97E"/>
                </a:solidFill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83080" y="1234440"/>
            <a:ext cx="11887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83080" y="12984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783080" y="16642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71800" y="1709928"/>
            <a:ext cx="256032" cy="36576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136392" y="1627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97E"/>
                </a:solidFill>
              </a:rPr>
              <a:t>▶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46120" y="1234440"/>
            <a:ext cx="11887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246120" y="12984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Validate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46120" y="16642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age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18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34840" y="1709928"/>
            <a:ext cx="256032" cy="36576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99432" y="1627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97E"/>
                </a:solidFill>
              </a:rPr>
              <a:t>▶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234440"/>
            <a:ext cx="11887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709160" y="12984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Goal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09160" y="16642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or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97880" y="1709928"/>
            <a:ext cx="256032" cy="36576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062472" y="1627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97E"/>
                </a:solidFill>
              </a:rPr>
              <a:t>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172200" y="1234440"/>
            <a:ext cx="1188720" cy="1005840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172200" y="12984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 Plan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72200" y="16642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Workout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60920" y="1709928"/>
            <a:ext cx="256032" cy="36576"/>
          </a:xfrm>
          <a:prstGeom prst="rect">
            <a:avLst/>
          </a:prstGeom>
          <a:solidFill>
            <a:srgbClr val="2DC97E"/>
          </a:solidFill>
          <a:ln w="12700">
            <a:solidFill>
              <a:srgbClr val="2DC9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525512" y="1627632"/>
            <a:ext cx="182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DC97E"/>
                </a:solidFill>
              </a:rPr>
              <a:t>▶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35240" y="1234440"/>
            <a:ext cx="118872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35240" y="12984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635240" y="16642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20040" y="24871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 Groups Supported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320040" y="280720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18–50 years: High-intensity plans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51–70 years: Moderate-intensity plans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71–99 years: Low-impact, safe plans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20040" y="37216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Input Handling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20040" y="404164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numeric input for age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 until valid data is entered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incorrect fitness option input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54880" y="248716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Workout Data Structure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754880" y="280720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Dictionary stores all plans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Keys: age thresholds (50, 70, 100)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Values: nested plan details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754880" y="37216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 Includes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754880" y="4041648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structure &amp; rest days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 type &amp; key exercises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1A2E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Calorie + protein targets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rgbClr val="12192E"/>
          </a:solidFill>
          <a:ln w="12700">
            <a:solidFill>
              <a:srgbClr val="121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052560" y="0"/>
            <a:ext cx="9144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914400"/>
            <a:ext cx="1554480" cy="1554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852160" y="2651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0B4D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EISP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5852160" y="3383280"/>
            <a:ext cx="3108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Security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572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EISP?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cloud-based Zero Trust identity and access management platform that unifies identity lifecycle management, role-based access control, machine identity governance, and threat detection into one automated system.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21031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4A2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Problems EISP Solves: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57200" y="2560320"/>
            <a:ext cx="4846320" cy="3840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57200" y="2560320"/>
            <a:ext cx="54864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40080" y="25877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provisioning causes security gaps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3063240"/>
            <a:ext cx="4846320" cy="3840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57200" y="3063240"/>
            <a:ext cx="54864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0080" y="309067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creep expands attack surface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57200" y="3566160"/>
            <a:ext cx="4846320" cy="3840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57200" y="3566160"/>
            <a:ext cx="54864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" y="35935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Unsecured machine identities (APIs, tokens)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57200" y="4069080"/>
            <a:ext cx="4846320" cy="384048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457200" y="4069080"/>
            <a:ext cx="54864" cy="384048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0080" y="409651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Identity-based attacks are #1 cyber threat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EISP — Architecture &amp; Goals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Trust IAM design document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772400" y="228600"/>
            <a:ext cx="1097280" cy="54864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772400" y="2286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03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1143000"/>
            <a:ext cx="1508760" cy="34747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74320" y="1143000"/>
            <a:ext cx="1508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00100" y="1325880"/>
            <a:ext cx="457200" cy="4572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987" y="1335024"/>
            <a:ext cx="429768" cy="42976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4320" y="1920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Identity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Lifecycle Mgmt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47472" y="2606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provisioning, role assignment &amp; access revocation tied to HR events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011680" y="1143000"/>
            <a:ext cx="1508760" cy="34747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011680" y="1143000"/>
            <a:ext cx="1508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2537460" y="1325880"/>
            <a:ext cx="457200" cy="4572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9347" y="1335024"/>
            <a:ext cx="429768" cy="42976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011680" y="1920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Zero Trust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Control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084832" y="2606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Identity-verified, context-aware access with least-privilege enforcement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749040" y="1143000"/>
            <a:ext cx="1508760" cy="34747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3749040" y="1143000"/>
            <a:ext cx="1508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7"/>
          <p:cNvSpPr/>
          <p:nvPr/>
        </p:nvSpPr>
        <p:spPr>
          <a:xfrm>
            <a:off x="4274820" y="1325880"/>
            <a:ext cx="457200" cy="4572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707" y="1335024"/>
            <a:ext cx="429768" cy="42976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3749040" y="1920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Machine Identity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Governance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3822192" y="2606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management of service accounts, API tokens, and application credentials</a:t>
            </a:r>
            <a:endParaRPr lang="en-US" sz="950" dirty="0"/>
          </a:p>
        </p:txBody>
      </p:sp>
      <p:sp>
        <p:nvSpPr>
          <p:cNvPr id="25" name="Shape 20"/>
          <p:cNvSpPr/>
          <p:nvPr/>
        </p:nvSpPr>
        <p:spPr>
          <a:xfrm>
            <a:off x="5486400" y="1143000"/>
            <a:ext cx="1508760" cy="34747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5486400" y="1143000"/>
            <a:ext cx="1508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2"/>
          <p:cNvSpPr/>
          <p:nvPr/>
        </p:nvSpPr>
        <p:spPr>
          <a:xfrm>
            <a:off x="6012180" y="1325880"/>
            <a:ext cx="457200" cy="4572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24067" y="1335024"/>
            <a:ext cx="429768" cy="42976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5486400" y="1920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Threat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Detection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5559552" y="2606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for credential theft, privilege escalation &amp; anomalies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7223760" y="1143000"/>
            <a:ext cx="1508760" cy="347472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7223760" y="1143000"/>
            <a:ext cx="1508760" cy="54864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7749540" y="1325880"/>
            <a:ext cx="457200" cy="45720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61427" y="1335024"/>
            <a:ext cx="429768" cy="42976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7223760" y="1920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IAM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</a:t>
            </a:r>
            <a:endParaRPr lang="en-US" sz="1150" dirty="0"/>
          </a:p>
        </p:txBody>
      </p:sp>
      <p:sp>
        <p:nvSpPr>
          <p:cNvPr id="36" name="Text 29"/>
          <p:cNvSpPr/>
          <p:nvPr/>
        </p:nvSpPr>
        <p:spPr>
          <a:xfrm>
            <a:off x="7296912" y="2606040"/>
            <a:ext cx="1371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D1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identity across AWS, Azure, GCP, and SaaS platforms via SCIM/SAML</a:t>
            </a:r>
            <a:endParaRPr lang="en-US" sz="950" dirty="0"/>
          </a:p>
        </p:txBody>
      </p:sp>
      <p:sp>
        <p:nvSpPr>
          <p:cNvPr id="37" name="Shape 30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1"/>
          <p:cNvSpPr/>
          <p:nvPr/>
        </p:nvSpPr>
        <p:spPr>
          <a:xfrm>
            <a:off x="457200" y="4736592"/>
            <a:ext cx="82296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Document: Manisha Gupta  |  Enterprise Identity Security Platform v1.0  |  March 2026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182880"/>
            <a:ext cx="3108960" cy="3108960"/>
          </a:xfrm>
          <a:prstGeom prst="ellipse">
            <a:avLst/>
          </a:prstGeom>
          <a:solidFill>
            <a:srgbClr val="1A2E42"/>
          </a:solidFill>
          <a:ln w="12700">
            <a:solidFill>
              <a:srgbClr val="1A2E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337560" y="502920"/>
            <a:ext cx="2468880" cy="2468880"/>
          </a:xfrm>
          <a:prstGeom prst="ellipse">
            <a:avLst/>
          </a:prstGeom>
          <a:solidFill>
            <a:srgbClr val="162638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914400"/>
            <a:ext cx="1463040" cy="1463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2918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Manisha Gupta  ·  6-Month Cohort Showcase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6177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GoFit Python App  ·  EISP Zero Trust Platform  ·  IAM Engineering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640</Words>
  <Application>Microsoft Office PowerPoint</Application>
  <PresentationFormat>On-screen Show (16:9)</PresentationFormat>
  <Paragraphs>152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6-Month Cohort Showcase</dc:title>
  <dc:subject>PptxGenJS Presentation</dc:subject>
  <dc:creator>Manisha Gupta</dc:creator>
  <cp:lastModifiedBy>Manisha Gupta</cp:lastModifiedBy>
  <cp:revision>1</cp:revision>
  <dcterms:created xsi:type="dcterms:W3CDTF">2026-03-25T03:11:31Z</dcterms:created>
  <dcterms:modified xsi:type="dcterms:W3CDTF">2026-03-25T03:18:33Z</dcterms:modified>
</cp:coreProperties>
</file>