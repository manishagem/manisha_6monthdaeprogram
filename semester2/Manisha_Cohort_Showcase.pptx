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a Gupta" userId="f44a8969790790db" providerId="LiveId" clId="{B781FB94-6E4B-437E-8219-F7473AA9D3A4}"/>
    <pc:docChg chg="custSel delSld modSld">
      <pc:chgData name="Manisha Gupta" userId="f44a8969790790db" providerId="LiveId" clId="{B781FB94-6E4B-437E-8219-F7473AA9D3A4}" dt="2026-03-26T02:44:31.065" v="14" actId="20577"/>
      <pc:docMkLst>
        <pc:docMk/>
      </pc:docMkLst>
      <pc:sldChg chg="del">
        <pc:chgData name="Manisha Gupta" userId="f44a8969790790db" providerId="LiveId" clId="{B781FB94-6E4B-437E-8219-F7473AA9D3A4}" dt="2026-03-26T02:31:16.862" v="0" actId="47"/>
        <pc:sldMkLst>
          <pc:docMk/>
          <pc:sldMk cId="0" sldId="257"/>
        </pc:sldMkLst>
      </pc:sldChg>
      <pc:sldChg chg="del">
        <pc:chgData name="Manisha Gupta" userId="f44a8969790790db" providerId="LiveId" clId="{B781FB94-6E4B-437E-8219-F7473AA9D3A4}" dt="2026-03-26T02:31:19.902" v="1" actId="47"/>
        <pc:sldMkLst>
          <pc:docMk/>
          <pc:sldMk cId="0" sldId="258"/>
        </pc:sldMkLst>
      </pc:sldChg>
      <pc:sldChg chg="delSp modSp mod">
        <pc:chgData name="Manisha Gupta" userId="f44a8969790790db" providerId="LiveId" clId="{B781FB94-6E4B-437E-8219-F7473AA9D3A4}" dt="2026-03-26T02:44:22.311" v="8" actId="20577"/>
        <pc:sldMkLst>
          <pc:docMk/>
          <pc:sldMk cId="0" sldId="261"/>
        </pc:sldMkLst>
        <pc:spChg chg="del">
          <ac:chgData name="Manisha Gupta" userId="f44a8969790790db" providerId="LiveId" clId="{B781FB94-6E4B-437E-8219-F7473AA9D3A4}" dt="2026-03-26T02:44:15.046" v="2" actId="478"/>
          <ac:spMkLst>
            <pc:docMk/>
            <pc:sldMk cId="0" sldId="261"/>
            <ac:spMk id="5" creationId="{00000000-0000-0000-0000-000000000000}"/>
          </ac:spMkLst>
        </pc:spChg>
        <pc:spChg chg="mod">
          <ac:chgData name="Manisha Gupta" userId="f44a8969790790db" providerId="LiveId" clId="{B781FB94-6E4B-437E-8219-F7473AA9D3A4}" dt="2026-03-26T02:44:22.311" v="8" actId="20577"/>
          <ac:spMkLst>
            <pc:docMk/>
            <pc:sldMk cId="0" sldId="261"/>
            <ac:spMk id="6" creationId="{00000000-0000-0000-0000-000000000000}"/>
          </ac:spMkLst>
        </pc:spChg>
      </pc:sldChg>
      <pc:sldChg chg="delSp modSp mod">
        <pc:chgData name="Manisha Gupta" userId="f44a8969790790db" providerId="LiveId" clId="{B781FB94-6E4B-437E-8219-F7473AA9D3A4}" dt="2026-03-26T02:44:31.065" v="14" actId="20577"/>
        <pc:sldMkLst>
          <pc:docMk/>
          <pc:sldMk cId="0" sldId="263"/>
        </pc:sldMkLst>
        <pc:spChg chg="del">
          <ac:chgData name="Manisha Gupta" userId="f44a8969790790db" providerId="LiveId" clId="{B781FB94-6E4B-437E-8219-F7473AA9D3A4}" dt="2026-03-26T02:44:26.739" v="9" actId="478"/>
          <ac:spMkLst>
            <pc:docMk/>
            <pc:sldMk cId="0" sldId="263"/>
            <ac:spMk id="5" creationId="{00000000-0000-0000-0000-000000000000}"/>
          </ac:spMkLst>
        </pc:spChg>
        <pc:spChg chg="mod">
          <ac:chgData name="Manisha Gupta" userId="f44a8969790790db" providerId="LiveId" clId="{B781FB94-6E4B-437E-8219-F7473AA9D3A4}" dt="2026-03-26T02:44:31.065" v="14" actId="20577"/>
          <ac:spMkLst>
            <pc:docMk/>
            <pc:sldMk cId="0" sldId="263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862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-822960"/>
            <a:ext cx="2560320" cy="2560320"/>
          </a:xfrm>
          <a:prstGeom prst="ellipse">
            <a:avLst/>
          </a:prstGeom>
          <a:solidFill>
            <a:srgbClr val="16263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6-Month Cohort Showcase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2148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Journey Through Learning &amp; Building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" y="2743200"/>
            <a:ext cx="50292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2880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Manisha Gupta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3291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Engineer  |  Python Developer  |  Identity Security Architect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7640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Presentation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Journey &amp; Milestones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timeline of key achievements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8046720" cy="45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496312"/>
            <a:ext cx="228600" cy="2286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9556" y="1828800"/>
            <a:ext cx="18288" cy="667512"/>
          </a:xfrm>
          <a:prstGeom prst="rect">
            <a:avLst/>
          </a:prstGeom>
          <a:solidFill>
            <a:srgbClr val="D1DCE8"/>
          </a:solidFill>
          <a:ln w="12700">
            <a:solidFill>
              <a:srgbClr val="D1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118872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1887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417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6733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basics, IAM concepts, cohort kickoff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0" y="2496312"/>
            <a:ext cx="228600" cy="2286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91156" y="2724912"/>
            <a:ext cx="18288" cy="667512"/>
          </a:xfrm>
          <a:prstGeom prst="rect">
            <a:avLst/>
          </a:prstGeom>
          <a:solidFill>
            <a:srgbClr val="D1DCE8"/>
          </a:solidFill>
          <a:ln w="12700">
            <a:solidFill>
              <a:srgbClr val="D1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920240" y="2743200"/>
            <a:ext cx="1188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920240" y="2788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20240" y="3017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Skills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32735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OOP, functions, data structures, scripting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0" y="2496312"/>
            <a:ext cx="228600" cy="2286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762756" y="1828800"/>
            <a:ext cx="18288" cy="667512"/>
          </a:xfrm>
          <a:prstGeom prst="rect">
            <a:avLst/>
          </a:prstGeom>
          <a:solidFill>
            <a:srgbClr val="D1DCE8"/>
          </a:solidFill>
          <a:ln w="12700">
            <a:solidFill>
              <a:srgbClr val="D1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91840" y="1143000"/>
            <a:ext cx="118872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91840" y="11887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91840" y="1417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Dev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16733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GoFit Python app built &amp; tested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0" y="2496312"/>
            <a:ext cx="228600" cy="2286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134356" y="2724912"/>
            <a:ext cx="18288" cy="667512"/>
          </a:xfrm>
          <a:prstGeom prst="rect">
            <a:avLst/>
          </a:prstGeom>
          <a:solidFill>
            <a:srgbClr val="D1DCE8"/>
          </a:solidFill>
          <a:ln w="12700">
            <a:solidFill>
              <a:srgbClr val="D1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2743200"/>
            <a:ext cx="1188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0" y="2788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63440" y="3017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Design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32735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principles, EISP planning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400800" y="2496312"/>
            <a:ext cx="228600" cy="2286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505956" y="1828800"/>
            <a:ext cx="18288" cy="667512"/>
          </a:xfrm>
          <a:prstGeom prst="rect">
            <a:avLst/>
          </a:prstGeom>
          <a:solidFill>
            <a:srgbClr val="D1DCE8"/>
          </a:solidFill>
          <a:ln w="12700">
            <a:solidFill>
              <a:srgbClr val="D1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35040" y="1143000"/>
            <a:ext cx="118872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035040" y="11887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035040" y="1417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EISP Build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35040" y="16733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architecture, threat detection design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772400" y="2496312"/>
            <a:ext cx="228600" cy="2286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877556" y="2724912"/>
            <a:ext cx="18288" cy="667512"/>
          </a:xfrm>
          <a:prstGeom prst="rect">
            <a:avLst/>
          </a:prstGeom>
          <a:solidFill>
            <a:srgbClr val="D1DCE8"/>
          </a:solidFill>
          <a:ln w="12700">
            <a:solidFill>
              <a:srgbClr val="D1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406640" y="2743200"/>
            <a:ext cx="1188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06640" y="2788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406640" y="3017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Showcase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406640" y="32735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projects, portfolio, presentation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0040" y="4160520"/>
            <a:ext cx="850392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0080" y="4178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40080" y="4544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Delivered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788920" y="4178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2788920" y="4544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Learning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937760" y="4178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1000+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4937760" y="4544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086600" y="4178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7086600" y="4544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Completion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DC97E"/>
          </a:solidFill>
          <a:ln w="12700">
            <a:solidFill>
              <a:srgbClr val="2DC9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DC9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GoFit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28600" y="1417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2057400"/>
            <a:ext cx="2560320" cy="36576"/>
          </a:xfrm>
          <a:prstGeom prst="rect">
            <a:avLst/>
          </a:prstGeom>
          <a:solidFill>
            <a:srgbClr val="2DC97E"/>
          </a:solidFill>
          <a:ln w="12700">
            <a:solidFill>
              <a:srgbClr val="2DC9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21762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Fitness Tech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34640"/>
            <a:ext cx="914400" cy="914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" y="3931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Manisha Gupta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749040" y="457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GoFit?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749040" y="10515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GoFit is a Python command-line application that generates personalized 7-day workout plans. Users input their age and fitness goal — either to gain weight or lose weight — and receive a tailored plan with exercise recommendations, cardio guidance, calorie targets, and protein goals.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749040" y="2194560"/>
            <a:ext cx="201168" cy="201168"/>
          </a:xfrm>
          <a:prstGeom prst="rect">
            <a:avLst/>
          </a:prstGeom>
          <a:solidFill>
            <a:srgbClr val="2DC97E"/>
          </a:solidFill>
          <a:ln w="12700">
            <a:solidFill>
              <a:srgbClr val="2DC9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069080" y="21762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Age-based plan segmentation (18–50, 51–70, 71–99)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749040" y="2642616"/>
            <a:ext cx="201168" cy="201168"/>
          </a:xfrm>
          <a:prstGeom prst="rect">
            <a:avLst/>
          </a:prstGeom>
          <a:solidFill>
            <a:srgbClr val="2DC97E"/>
          </a:solidFill>
          <a:ln w="12700">
            <a:solidFill>
              <a:srgbClr val="2DC9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069080" y="26243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fitness modes: Gain Weight &amp; Lose Weight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749040" y="3090672"/>
            <a:ext cx="201168" cy="201168"/>
          </a:xfrm>
          <a:prstGeom prst="rect">
            <a:avLst/>
          </a:prstGeom>
          <a:solidFill>
            <a:srgbClr val="2DC97E"/>
          </a:solidFill>
          <a:ln w="12700">
            <a:solidFill>
              <a:srgbClr val="2DC9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069080" y="30723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weekly structure &amp; key exercises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749040" y="3538728"/>
            <a:ext cx="201168" cy="201168"/>
          </a:xfrm>
          <a:prstGeom prst="rect">
            <a:avLst/>
          </a:prstGeom>
          <a:solidFill>
            <a:srgbClr val="2DC97E"/>
          </a:solidFill>
          <a:ln w="12700">
            <a:solidFill>
              <a:srgbClr val="2DC9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069080" y="35204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 &amp; protein recommendations included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749040" y="3986784"/>
            <a:ext cx="201168" cy="201168"/>
          </a:xfrm>
          <a:prstGeom prst="rect">
            <a:avLst/>
          </a:prstGeom>
          <a:solidFill>
            <a:srgbClr val="2DC97E"/>
          </a:solidFill>
          <a:ln w="12700">
            <a:solidFill>
              <a:srgbClr val="2DC9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069080" y="39684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with error-handling loops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749040" y="4434840"/>
            <a:ext cx="201168" cy="201168"/>
          </a:xfrm>
          <a:prstGeom prst="rect">
            <a:avLst/>
          </a:prstGeom>
          <a:solidFill>
            <a:srgbClr val="2DC97E"/>
          </a:solidFill>
          <a:ln w="12700">
            <a:solidFill>
              <a:srgbClr val="2DC9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069080" y="44165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Repeat-plan feature for multiple users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GoFit — How It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D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flow &amp; technical design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28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11887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2984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6642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08760" y="1709928"/>
            <a:ext cx="256032" cy="36576"/>
          </a:xfrm>
          <a:prstGeom prst="rect">
            <a:avLst/>
          </a:prstGeom>
          <a:solidFill>
            <a:srgbClr val="2DC97E"/>
          </a:solidFill>
          <a:ln w="12700">
            <a:solidFill>
              <a:srgbClr val="2DC9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73352" y="162763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C97E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83080" y="1234440"/>
            <a:ext cx="11887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83080" y="12984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83080" y="16642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71800" y="1709928"/>
            <a:ext cx="256032" cy="36576"/>
          </a:xfrm>
          <a:prstGeom prst="rect">
            <a:avLst/>
          </a:prstGeom>
          <a:solidFill>
            <a:srgbClr val="2DC97E"/>
          </a:solidFill>
          <a:ln w="12700">
            <a:solidFill>
              <a:srgbClr val="2DC9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136392" y="162763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C97E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1234440"/>
            <a:ext cx="11887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46120" y="12984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46120" y="16642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34840" y="1709928"/>
            <a:ext cx="256032" cy="36576"/>
          </a:xfrm>
          <a:prstGeom prst="rect">
            <a:avLst/>
          </a:prstGeom>
          <a:solidFill>
            <a:srgbClr val="2DC97E"/>
          </a:solidFill>
          <a:ln w="12700">
            <a:solidFill>
              <a:srgbClr val="2DC9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99432" y="162763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C97E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234440"/>
            <a:ext cx="11887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12984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Goal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16642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97880" y="1709928"/>
            <a:ext cx="256032" cy="36576"/>
          </a:xfrm>
          <a:prstGeom prst="rect">
            <a:avLst/>
          </a:prstGeom>
          <a:solidFill>
            <a:srgbClr val="2DC97E"/>
          </a:solidFill>
          <a:ln w="12700">
            <a:solidFill>
              <a:srgbClr val="2DC9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62472" y="162763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C97E"/>
                </a:solidFill>
              </a:rPr>
              <a:t>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2200" y="1234440"/>
            <a:ext cx="1188720" cy="1005840"/>
          </a:xfrm>
          <a:prstGeom prst="rect">
            <a:avLst/>
          </a:prstGeom>
          <a:solidFill>
            <a:srgbClr val="2DC97E"/>
          </a:solidFill>
          <a:ln w="12700">
            <a:solidFill>
              <a:srgbClr val="2DC97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72200" y="12984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 Plan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72200" y="16642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60920" y="1709928"/>
            <a:ext cx="256032" cy="36576"/>
          </a:xfrm>
          <a:prstGeom prst="rect">
            <a:avLst/>
          </a:prstGeom>
          <a:solidFill>
            <a:srgbClr val="2DC97E"/>
          </a:solidFill>
          <a:ln w="12700">
            <a:solidFill>
              <a:srgbClr val="2DC9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525512" y="162763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C97E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35240" y="1234440"/>
            <a:ext cx="11887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635240" y="12984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635240" y="16642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040" y="24871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 Groups Supported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20040" y="280720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18–50 years: High-intensity plans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51–70 years: Moderate-intensity plans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71–99 years: Low-impact, safe plans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" y="37216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Handling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20040" y="404164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numeric input for age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until valid data is entered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incorrect fitness option input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0" y="24871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Workout Data Structure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754880" y="280720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Dictionary stores all plans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Keys: age thresholds (50, 70, 100)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Values: nested plan details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54880" y="37216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Includes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754880" y="404164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structure &amp; rest days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 type &amp; key exercises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 + protein targets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2192E"/>
          </a:solidFill>
          <a:ln w="12700">
            <a:solidFill>
              <a:srgbClr val="1219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91440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52160" y="2651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EISP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852160" y="338328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Security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57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EISP?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10515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cloud-based Zero Trust identity and access management platform that unifies identity lifecycle management, role-based access control, machine identity governance, and threat detection into one automated system.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21031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Problems EISP Solves: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560320"/>
            <a:ext cx="4846320" cy="3840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" y="2560320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25877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provisioning causes security gaps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4846320" cy="3840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7200" y="3063240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" y="3090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creep expands attack surface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3566160"/>
            <a:ext cx="4846320" cy="3840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" y="3566160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" y="3593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Unsecured machine identities (APIs, tokens)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" y="4069080"/>
            <a:ext cx="4846320" cy="3840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7200" y="4069080"/>
            <a:ext cx="5486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080" y="4096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Identity-based attacks are #1 cyber threat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EISP — Architecture &amp; Goals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IAM design document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28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150876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1508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00100" y="1325880"/>
            <a:ext cx="457200" cy="457200"/>
          </a:xfrm>
          <a:prstGeom prst="ellipse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" y="1335024"/>
            <a:ext cx="429768" cy="4297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1920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 Mgmt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47472" y="26060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provisioning, role assignment &amp; access revocation tied to HR events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011680" y="1143000"/>
            <a:ext cx="150876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011680" y="1143000"/>
            <a:ext cx="1508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537460" y="1325880"/>
            <a:ext cx="457200" cy="457200"/>
          </a:xfrm>
          <a:prstGeom prst="ellipse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9347" y="1335024"/>
            <a:ext cx="429768" cy="4297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11680" y="1920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Trust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Control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084832" y="26060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Identity-verified, context-aware access with least-privilege enforcement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749040" y="1143000"/>
            <a:ext cx="150876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749040" y="1143000"/>
            <a:ext cx="1508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274820" y="1325880"/>
            <a:ext cx="457200" cy="457200"/>
          </a:xfrm>
          <a:prstGeom prst="ellipse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707" y="1335024"/>
            <a:ext cx="429768" cy="4297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749040" y="1920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Identity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3822192" y="26060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management of service accounts, API tokens, and application credentials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5486400" y="1143000"/>
            <a:ext cx="150876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486400" y="1143000"/>
            <a:ext cx="1508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012180" y="1325880"/>
            <a:ext cx="457200" cy="457200"/>
          </a:xfrm>
          <a:prstGeom prst="ellipse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4067" y="1335024"/>
            <a:ext cx="429768" cy="42976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86400" y="1920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5559552" y="26060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for credential theft, privilege escalation &amp; anomalies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7223760" y="1143000"/>
            <a:ext cx="150876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7223760" y="1143000"/>
            <a:ext cx="1508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749540" y="1325880"/>
            <a:ext cx="457200" cy="457200"/>
          </a:xfrm>
          <a:prstGeom prst="ellipse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1427" y="1335024"/>
            <a:ext cx="429768" cy="42976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223760" y="1920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IAM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7296912" y="26060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identity across AWS, Azure, GCP, and SaaS platforms via SCIM/SAML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/>
          <p:nvPr/>
        </p:nvSpPr>
        <p:spPr>
          <a:xfrm>
            <a:off x="457200" y="4736592"/>
            <a:ext cx="8229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Document: Manisha Gupta  |  Enterprise Identity Security Platform v1.0  |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182880"/>
            <a:ext cx="3108960" cy="3108960"/>
          </a:xfrm>
          <a:prstGeom prst="ellipse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337560" y="502920"/>
            <a:ext cx="2468880" cy="2468880"/>
          </a:xfrm>
          <a:prstGeom prst="ellipse">
            <a:avLst/>
          </a:prstGeom>
          <a:solidFill>
            <a:srgbClr val="162638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91440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91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Manisha Gupta  ·  6-Month Cohort Showcase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46177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GoFit Python App  ·  EISP Zero Trust Platform  ·  IAM Engineering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</Words>
  <Application>Microsoft Office PowerPoint</Application>
  <PresentationFormat>On-screen Show (16:9)</PresentationFormat>
  <Paragraphs>126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6-Month Cohort Showcase</dc:title>
  <dc:subject>PptxGenJS Presentation</dc:subject>
  <dc:creator>Manisha Gupta</dc:creator>
  <cp:lastModifiedBy>Manisha Gupta</cp:lastModifiedBy>
  <cp:revision>1</cp:revision>
  <dcterms:created xsi:type="dcterms:W3CDTF">2026-03-25T03:11:31Z</dcterms:created>
  <dcterms:modified xsi:type="dcterms:W3CDTF">2026-03-26T02:44:33Z</dcterms:modified>
</cp:coreProperties>
</file>